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他社の営業施策</a:t>
            </a:r>
            <a:endParaRPr lang="en-US" sz="4800" dirty="0"/>
          </a:p>
          <a:p>
            <a:pPr algn="l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がうまくいかない</a:t>
            </a:r>
            <a:endParaRPr lang="en-US" sz="4800" dirty="0"/>
          </a:p>
          <a:p>
            <a:pPr algn="l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029200" y="731520"/>
            <a:ext cx="0" cy="2743200"/>
          </a:xfrm>
          <a:prstGeom prst="line">
            <a:avLst/>
          </a:prstGeom>
          <a:noFill/>
          <a:ln w="1016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0" y="13716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GLOWの</a:t>
            </a:r>
            <a:endParaRPr lang="en-US" sz="40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解決策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他社がうまくいかない3つの理由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単発のDM・直接提案のみ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反応率0.5%以下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M&amp;Aピッチで即座に判断させようとするため、経営者の心理抵抗が大きい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大規模案件（5-10億円以上）に特化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小規模案件（1-5億円）は採算性が低く敬遠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沖縄の中小企業のニーズとズレている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信頼構築の時間がない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商談から提案までが短期間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経営者の真のニーズや経営課題の理解が浅い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GLOWの3つの施策がそこを埋める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段階的営業フロー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→ 電話フォロー → 訪問面談 → 関係構築3-6ヶ月 → M&amp;A提案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成約率0.5%から40-60%へ飛躍的改善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3チャネル統合戦略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サイト（助成金情報）→ 訪問営業（経営相談）→ 紹介ルート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最初は課題解決から入るため心理抵抗が低い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複数の出口戦略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法人保険・経営相談のクロス売上で採算化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小規模案件でも複数柱で利益を確保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営業施策の比較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項目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005840"/>
            <a:ext cx="320040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他社営業施策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005840"/>
            <a:ext cx="320040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GLOW施策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営業手法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4630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+ 直接提案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4630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→ 電話 → 訪問 → 関係構築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対象案件規模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19202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5-10億円以上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9202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1-5億円（小規模対応）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信頼構築期間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23774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1-2ヶ月（短い）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3774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3-6ヶ月（十分）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0" y="28346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0.5%程度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初回提案内容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0" y="32918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M&amp;Aピッチ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32918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補助金・経営相談など課題解決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採算性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0" y="37490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小規模案件は不採算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0" y="37490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保険・相談クロス売上で採算化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なぜGLOWがうまくいくのか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段階的営業フロー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直接M&amp;A提案（反応率0.5%）ではなく、3-6ヶ月の関係構築を通じて経営課題を理解した上で提案するため、成約率が40-60%に向上。経営者も「課題解決の選択肢の1つ」としてM&amp;Aを検討できる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複数チャネル戦略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沖縄企業のミカタ（助成金情報）→ ゆんたく相談室（訪問）→ 紹介ルートで複数の接点を確保。最初のアプローチが「補助金」「患者獲得支援」など課題解決型のため、経営者の心理抵抗がない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複数の出口戦略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小規模案件（1-5億円）でも保険料収入・経営相談フィーのクロス売上で採算化。他社が敬遠する小規模案件こそが、沖縄企業のニーズであり、GLOWの機会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他社がうまくいかない理由は、短期間の直接提案と小規模案件の敬遠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GLOWは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 × 3チャネル × 複数出口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で、そのギャップを埋める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914400"/>
            <a:ext cx="36576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GLOWの市場優位性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9ヶ月で25-59件の成約獲得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従来型の4-10倍の効率化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1-5億円の小規模案件に対応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地域密着の対面営業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複数の収益柱（M&amp;A + 保険 + 経営相談）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2026-08-09T19:10:18Z</dcterms:created>
  <dcterms:modified xsi:type="dcterms:W3CDTF">2026-08-09T19:10:18Z</dcterms:modified>
</cp:coreProperties>
</file>