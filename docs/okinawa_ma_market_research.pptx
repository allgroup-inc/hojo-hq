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沖縄県M&amp;A市場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市場調査結果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後継者不在と成約のギャップを数字で見る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沖縄県M&amp;A市場の課題：ギャップ市場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5F5F5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市場の課題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後継者不在率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65-70%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沖縄県の中小企業のうち、3社に2社が後継者不在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731520" cy="0"/>
          </a:xfrm>
          <a:prstGeom prst="line">
            <a:avLst/>
          </a:prstGeom>
          <a:noFill/>
          <a:ln w="3810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5F5F5"/>
          </a:solidFill>
          <a:ln w="381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市場の機会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年間成約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120-150件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沖縄県のM&amp;A成約は緩やかに成長（+50%/3年）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8F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ギャップの実相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企業65-70%（推定4,000-4,500社）に対して、実際のM&amp;A成約は年間120-150件（成約率2-3%）。つまり、後継者不在で引き継ぎニーズがあるにもかかわらず、ほとんどのオーナーが成約に至っていない巨大なギャップ市場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沖縄県M&amp;A市場規模と成長トレンド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年間M&amp;A成約件数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120-150件/年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推定取引額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300-500億円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（平均2-3億円）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過去3年トレンド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成長率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2023年: 80-90件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2024年: 100-120件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2025年: 120-150件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FFF8F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市場機会のポイント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沖縄県M&amp;A市場は年率+50%で拡大中。但し、後継者不在企業4,000-4,500社に比べて年間成約120-150件は極めて少数。未開拓市場として大きな成長ポテンシャルがある。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M&amp;A成約機会が大きい3業界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618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医療・介護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診療所：1,400施設以上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スタッフ平均年齢：55-60歳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261872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高齢化で新規開設は鈍化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廃業・売却が増加トレンド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建設業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事業所数：5,539社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オーナー平均年齢：62-65歳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267712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労働力不足で統合圧力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大手への売却事例増加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73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農業・畜産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オーナー平均年齢：65.2歳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後継者不在：60%以上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273552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早期リタイア希望多数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事業統合で規模拡大圧力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業界別詳細データ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645920" cy="438912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097280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097280"/>
            <a:ext cx="2011680" cy="438912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76272" y="109728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事業所/施設数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1097280"/>
            <a:ext cx="1828800" cy="438912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87952" y="1097280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オーナー平均年齢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1463040" cy="438912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16752" y="1097280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1097280"/>
            <a:ext cx="1280160" cy="438912"/>
          </a:xfrm>
          <a:prstGeom prst="rect">
            <a:avLst/>
          </a:prstGeom>
          <a:solidFill>
            <a:srgbClr val="00336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097280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M&amp;A適性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536192"/>
            <a:ext cx="164592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536192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医療・介護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1536192"/>
            <a:ext cx="201168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1536192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1,400+施設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1536192"/>
            <a:ext cx="18288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1536192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55-60歳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536192"/>
            <a:ext cx="146304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1536192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536192"/>
            <a:ext cx="128016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9792" y="1536192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1975104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975104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建設業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03120" y="197510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197510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5,539社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1975104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1975104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62-65歳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1975104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1975104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1975104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79792" y="1975104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414016"/>
            <a:ext cx="164592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2414016"/>
            <a:ext cx="1499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農業・畜産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03120" y="2414016"/>
            <a:ext cx="201168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76272" y="2414016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推定3,000+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0" y="2414016"/>
            <a:ext cx="18288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87952" y="2414016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65.2歳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2414016"/>
            <a:ext cx="146304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16752" y="2414016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60%以上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2414016"/>
            <a:ext cx="128016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9792" y="2414016"/>
            <a:ext cx="1133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中程度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FFF8F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業界共通の特徴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" y="37033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業界とも「オーナー高齢化＋後継者不在＋事業継続困難」という構造的課題を抱えている。特に医療・介護と建設業は既存業者の承継実績が豊富な反面、沖縄特有のニーズ（小規模案件対応・地元密着）に応えられていない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市場調査 結論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沖縄県M&amp;A市場の実相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後継者不安企業：4,000-4,500社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年間成約：120-150件（成約率2-3%）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成長トレンド：+50%/3年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平均取引規模：2-3億円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未開拓市場：97-98%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F5F5F5"/>
          </a:solidFill>
          <a:ln w="381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主な発見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ギャップ市場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の規模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後継者不安4,000社に対して年間成約120-150件。成約率2-3%という低さは、既存業者が対応していない「小規模案件×地元密着×段階的営業」のニーズがあることを示唆している。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2026-08-09T23:10:07Z</dcterms:created>
  <dcterms:modified xsi:type="dcterms:W3CDTF">2026-08-09T23:10:07Z</dcterms:modified>
</cp:coreProperties>
</file>